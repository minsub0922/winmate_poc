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용산 업무시설 재개발 AI Ready 오피스 제안 요청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발주처: E 자산운용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사업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용산 업무시설 재개발 사업의 오피스 공간 제안을 요청합니다.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대표이사 요구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사용자를 인식하고 반응하는 'AI Ready' 오피스를 구현</a:t>
            </a:r>
          </a:p>
          <a:p>
            <a:r>
              <a:t>'최초 AI Ready' 공간으로 알릴 수 있어야 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공간컨텐츠실 요구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오피스를 단순 공간이 아닌 업무환경 플랫폼으로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